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6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7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36,107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62,409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49,944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3,144,728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-7.111      -12.022       -6.502      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-1.225 (IMPROVING)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130,837     37,831      28.9%      37,831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36,107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49,944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3,144,728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6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7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-7.111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63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36,107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62,409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