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4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5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29,369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39,567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36,806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1,564,761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-1.598 (DECLINING)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29,369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36,806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1,564,761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4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5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-6.230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63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29,369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39,567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