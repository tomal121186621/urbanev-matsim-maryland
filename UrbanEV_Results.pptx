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5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6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29,455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46,760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38,992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2,287,840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-1.428 (DECLINING)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29,455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38,992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2,287,840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5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6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-6.874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62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29,455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46,760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