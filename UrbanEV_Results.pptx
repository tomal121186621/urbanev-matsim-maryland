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9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10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56,179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118,165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86,410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6,086,701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-6.874      -10.973       -6.075      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-7.111      -12.022       -6.502       -1.225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  -7.202      -12.763       -6.707       -1.040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     -7.234      -13.133       -6.707       -0.844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9         -7.194      -13.189       -6.550       -0.665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-0.665 (IMPROVING)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130,837     39,372      30.1%      39,372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130,837     37,831      28.9%      37,831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130,837     36,098      27.6%      36,098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130,837     34,567      26.4%      34,567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9    130,837     33,250      25.4%      33,250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7       26,134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8       25,807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9       25,467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10       25,172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56,179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5            62       0.05%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7            65       0.05%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8            68       0.05%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9            64       0.05%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86,410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6,086,701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9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10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-7.194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-0.665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64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25,172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56,179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118,165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